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3" r:id="rId6"/>
    <p:sldId id="290" r:id="rId7"/>
    <p:sldId id="276" r:id="rId8"/>
    <p:sldId id="266" r:id="rId9"/>
    <p:sldId id="262" r:id="rId10"/>
    <p:sldId id="264" r:id="rId11"/>
    <p:sldId id="265" r:id="rId12"/>
    <p:sldId id="261" r:id="rId13"/>
    <p:sldId id="260" r:id="rId14"/>
    <p:sldId id="271" r:id="rId15"/>
    <p:sldId id="270" r:id="rId16"/>
    <p:sldId id="269" r:id="rId17"/>
    <p:sldId id="268" r:id="rId18"/>
    <p:sldId id="274" r:id="rId19"/>
    <p:sldId id="272" r:id="rId20"/>
    <p:sldId id="275" r:id="rId21"/>
    <p:sldId id="267" r:id="rId22"/>
    <p:sldId id="277" r:id="rId23"/>
    <p:sldId id="278" r:id="rId24"/>
    <p:sldId id="279" r:id="rId25"/>
    <p:sldId id="285" r:id="rId26"/>
    <p:sldId id="280" r:id="rId27"/>
    <p:sldId id="286" r:id="rId28"/>
    <p:sldId id="287" r:id="rId29"/>
    <p:sldId id="288" r:id="rId30"/>
    <p:sldId id="281" r:id="rId31"/>
    <p:sldId id="289" r:id="rId32"/>
    <p:sldId id="284" r:id="rId3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C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3"/>
    <p:restoredTop sz="94500"/>
  </p:normalViewPr>
  <p:slideViewPr>
    <p:cSldViewPr snapToGrid="0" snapToObjects="1">
      <p:cViewPr varScale="1">
        <p:scale>
          <a:sx n="115" d="100"/>
          <a:sy n="115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58103-1780-8B48-96A4-ACED916B55EC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3EEB0-D0D4-1A4E-AE34-E2695FE48AD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7061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3EEB0-D0D4-1A4E-AE34-E2695FE48ADA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8936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3EEB0-D0D4-1A4E-AE34-E2695FE48ADA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856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3EEB0-D0D4-1A4E-AE34-E2695FE48ADA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2410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3EEB0-D0D4-1A4E-AE34-E2695FE48ADA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808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2325D2-BB1E-314C-896F-FC07343D3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0E08DE1-E2FC-8B47-A4E2-F0F027CC1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42AB34D-389A-7647-B5AA-D5CDE3A0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80FD27-D986-A448-A24D-740709B4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5645E4F-DF43-3640-BBD7-89994DE2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221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82E3CF-FE44-BB41-9538-B9411B63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7B7D74F-70D8-0246-861D-F1F92581D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6139152-DE93-D44E-A48F-7834DC28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091040-2A7F-D545-821A-D882497A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CCBFDF2-239C-D14C-98C0-E5815050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443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756230-0BA2-7B41-8B96-3B561D88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B3338A-6448-364A-B049-723965629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7ADB11-44EB-B84C-8C33-B97F9A7EE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26FEF79-52F8-AD4A-AA1D-9DFF58FB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5245F2D-D308-9847-B5E0-F56F3B7A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8176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D3935-8721-AA44-B72F-EA4E7932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8A3F94-C064-5F48-9A8F-FA39B8E7C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B53F393-749E-7243-BDDF-B872516EA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42E1234-444A-A94F-AC25-84411D62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D54C08C-06C4-4B49-ADE8-7FCB30BB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9ABD0B4-D777-2546-A182-A7CD43F2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136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193C08-1086-3F41-882B-2413E95F7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F85636F-A2C3-914A-9F7C-76F3C7122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027453C-7024-604C-A0DF-89A15A568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6BF2EB9-AC7D-F64C-A2CF-37155321D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72B8A5F-61AB-D94A-BC15-088774C54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002AF91-1CAB-0F42-BD17-85F319890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B15AAA3-AAC9-7B45-84CB-76403B5A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46D7F8C-2EF2-EC45-95C8-76B2AC0B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553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0CF90A-BC2B-CF40-9649-032EFB1BF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43A7A2-36A2-1C43-AB4F-DF7DAA1B8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D6C2BD8-5069-4F47-930A-8ED3D51C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E6CE1AD-27F3-9143-B22F-0D418275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632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E33C25F-D171-7C49-A57B-98270450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3F46B44-F529-EB40-9216-FC456009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140E2CD-A4D9-8546-AFBD-DEF24ABB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841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0F4D5-E66E-B348-A0FD-34056581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4BD788-E793-7049-8E74-DE789253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6F87E1F-DFC6-1F4F-A510-16EE40722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586F560-2723-3749-A5C1-28F017B6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208879C-F643-3041-A42E-D0DD047D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9E7C308-ADD7-2E47-B39F-8C9D37FD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371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66813-8EAB-CA42-8AC6-46A102BE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6AABA83-15C2-8C40-B79B-D2776E85C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57D31DF-3EE6-914C-BF2D-EC1AF0F88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28C972D-3DC6-6C46-911D-2279D331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61AEEA7-A853-F54C-8B8F-802BCC4A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B894A27-6FCC-B943-9718-F425A1D2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983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782ED2-3E37-6F42-8CCD-13DCDCB4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80A2C77-68C5-0C40-ADCB-4D6722EB3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7070078-13AD-CB4C-A6ED-B91B1AC00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34EDB2E-AEAA-B644-931D-17936FE7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C1D0D56-8A2A-EA4A-A434-7A87B3CC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103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2A22C26-490A-4549-977F-24092B4D1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A2ECDF1-555A-AC45-B865-8A4B1C310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434F53-DF42-3E42-96A6-05F642DA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FAEBB2-1E14-4C42-970C-11876E99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911E24-E664-8A4F-9686-62946E04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262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8DCB08E-C161-9E45-87BB-3ABFD2086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AEDA763-9BF3-FB44-B7FD-AD6D20514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508DC38-09D9-F245-9666-C81E934F5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CA4C6-559F-A240-A4FE-35BB418CF852}" type="datetimeFigureOut">
              <a:rPr lang="nl-NL" smtClean="0"/>
              <a:t>25-10-2026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558D57-939D-9C43-97BF-52E08ACB5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8CE3B6F-D7BF-6F46-BD23-4A6FEAD31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9874A-5A18-1343-90F1-97317114A5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900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A9189C9-A2C2-0B1E-7960-1163FAA46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D4DBF37-EBD8-C540-9188-3BAE3DC1B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400" y="38099"/>
            <a:ext cx="7315200" cy="1414463"/>
          </a:xfrm>
        </p:spPr>
        <p:txBody>
          <a:bodyPr>
            <a:normAutofit/>
          </a:bodyPr>
          <a:lstStyle/>
          <a:p>
            <a:r>
              <a:rPr lang="nl-NL" b="1" dirty="0">
                <a:solidFill>
                  <a:schemeClr val="bg1"/>
                </a:solidFill>
              </a:rPr>
              <a:t>GIT voor beginners</a:t>
            </a:r>
            <a:br>
              <a:rPr lang="nl-NL" b="1" dirty="0">
                <a:solidFill>
                  <a:schemeClr val="bg1"/>
                </a:solidFill>
              </a:rPr>
            </a:br>
            <a:r>
              <a:rPr lang="nl-NL" sz="2700" b="1" dirty="0">
                <a:solidFill>
                  <a:schemeClr val="bg1"/>
                </a:solidFill>
              </a:rPr>
              <a:t>Ontdek de mogelijkheden van versiebeheer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913DB25-BD05-8348-AFEE-D4F077BE2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0" y="5664201"/>
            <a:ext cx="2273300" cy="1155700"/>
          </a:xfrm>
        </p:spPr>
        <p:txBody>
          <a:bodyPr>
            <a:normAutofit lnSpcReduction="10000"/>
          </a:bodyPr>
          <a:lstStyle/>
          <a:p>
            <a:pPr algn="l"/>
            <a:r>
              <a:rPr lang="nl-NL" sz="2000" dirty="0"/>
              <a:t>November 2026</a:t>
            </a:r>
          </a:p>
          <a:p>
            <a:pPr algn="l"/>
            <a:r>
              <a:rPr lang="nl-NL" sz="2000" dirty="0"/>
              <a:t>Wouter </a:t>
            </a:r>
            <a:r>
              <a:rPr lang="nl-NL" sz="2000" dirty="0" err="1"/>
              <a:t>Kitsz</a:t>
            </a:r>
            <a:endParaRPr lang="nl-NL" sz="2000" dirty="0"/>
          </a:p>
          <a:p>
            <a:pPr algn="l"/>
            <a:r>
              <a:rPr lang="nl-NL" sz="2000" dirty="0" err="1"/>
              <a:t>SxBlue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1304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Agenda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Wat is git?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Installatie-check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Eerste stappen met git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Remote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repositories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Aan de slag: een remote repository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clonen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Aan de slag: de deelnemerslijst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Visual Studio Code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Aan de slag met Visual Studio Code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399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Wat is git?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Global Information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Tracker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Houdt wijzigingen in een map (directory) bij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Kan versies van bestanden opslaan (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commits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)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Werkt op Windows, Linux en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MacOS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Kan worden gebruikt om samen aan een project te </a:t>
            </a: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 werken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792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Hoe werkt het?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Elke dir die je ‘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initialiseert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’ krijgt een verborgen dir:</a:t>
            </a: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 deze dir wordt alle git ‘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magic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’ gedaan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Veranderingen </a:t>
            </a:r>
            <a:r>
              <a:rPr lang="nl-NL" b="1" dirty="0">
                <a:latin typeface="Aharoni" panose="020F0502020204030204" pitchFamily="34" charset="0"/>
                <a:cs typeface="Aharoni" panose="020F0502020204030204" pitchFamily="34" charset="0"/>
              </a:rPr>
              <a:t>van</a:t>
            </a:r>
            <a:r>
              <a:rPr lang="nl-NL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bestanden 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bijgehouden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Status en logs geschreven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Branches gemaakt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Versies van bestanden opgeslagen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fbeelding 3">
            <a:extLst>
              <a:ext uri="{FF2B5EF4-FFF2-40B4-BE49-F238E27FC236}">
                <a16:creationId xmlns:a16="http://schemas.microsoft.com/office/drawing/2014/main" id="{BA2B6CC7-BE88-CE45-83B5-0F8A1C5A2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650" y="1901224"/>
            <a:ext cx="72263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79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Basisbegrippen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  <a:ln>
            <a:noFill/>
          </a:ln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git &lt;commando&gt; </a:t>
            </a:r>
            <a:r>
              <a:rPr lang="nl-NL" b="1" i="1" u="sng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ALLE COMMANDO’S starten met git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status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log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add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config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commit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branch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merge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pull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push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698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5AC77-7016-6BB5-6E8D-412272B8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BF256-495B-EE6D-C095-613B1B0D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Proces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76D826F8-DF2C-4B63-0915-07CE0383A7C5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523ADE4B-5463-D038-7741-B1FC76DCD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8060" y="970156"/>
            <a:ext cx="10649414" cy="596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35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Installatiecheck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  <a:ln>
            <a:noFill/>
          </a:ln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Is git geïnstalleerd?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Weet iedereen hoe hij/zij bij de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commandline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komt?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Heeft iedereen een GitHub account?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896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Voorbeeld in de praktijk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een map aan op je computer: Oefening 1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Ga naar de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commandline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en je map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Initialiseer git in de map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Lokale instelling: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user.name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en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user.email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een playlist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Een commit doen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Het bestand veranderen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Tweede commit doen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035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slag: de playlist (1 van 3)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9859178" cy="52269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Stappenplan: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een map aan op je laptop (bv Oefening1)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Open de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command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line en ga naar die map (cd c:\users\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henk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\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mapdiejeaangemaakthebt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Initialiseer de map met git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init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Zet je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global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user.name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en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user.email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nl-NL" sz="2800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git config --</a:t>
            </a:r>
            <a:r>
              <a:rPr lang="nl-NL" sz="2800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global</a:t>
            </a:r>
            <a:r>
              <a:rPr lang="nl-NL" sz="2800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sz="2800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user.name</a:t>
            </a:r>
            <a:r>
              <a:rPr lang="nl-NL" sz="2800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"Mona Lisa"</a:t>
            </a:r>
          </a:p>
          <a:p>
            <a:pPr marL="971550" lvl="1" indent="-514350">
              <a:buFont typeface="+mj-lt"/>
              <a:buAutoNum type="arabicPeriod"/>
            </a:pPr>
            <a:r>
              <a:rPr lang="nl-NL" sz="2800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git config --</a:t>
            </a:r>
            <a:r>
              <a:rPr lang="nl-NL" sz="2800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global</a:t>
            </a:r>
            <a:r>
              <a:rPr lang="nl-NL" sz="2800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sz="2800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user.email</a:t>
            </a:r>
            <a:r>
              <a:rPr lang="nl-NL" sz="2800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”</a:t>
            </a:r>
            <a:r>
              <a:rPr lang="nl-NL" sz="2800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jouwemail@sxblue.nl</a:t>
            </a:r>
            <a:r>
              <a:rPr lang="nl-NL" sz="2800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"</a:t>
            </a:r>
          </a:p>
          <a:p>
            <a:pPr marL="971550" lvl="1" indent="-514350">
              <a:buFont typeface="+mj-lt"/>
              <a:buAutoNum type="arabicPeriod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Open een teksteditor (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Notepad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bijvoorbeeld) en maak een playlist met daarop je 5 favoriete kerstliedjes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Sla op in de map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Check de status met git status (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untracked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files)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Voeg toe aan staging toe met: git add .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Doe een eerste commit met je eigen commentaar met git commit –m ”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mijn_eerste_commit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”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710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slag: de playlist (2 van 3)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Stappenplan: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Verander nu je bestand in de teksteditor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Check de status (wat zie je?)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Doe een tweede commit “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mijn_tweede_commit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” met je eigen commentaar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Check de status en log (wat zie je nu?)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715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slag: de playlist (3 van 3)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Stappenplan: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nu een branch aan met:                                             git branch -b “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mijn_branch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”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Switch naar de branch (als je er al niet bent) met:             git switch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mijn_branch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een verandering aan de playlist in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Notepad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Voeg toe aan staging: git add .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Commit met: git commit –m “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mijn_derde_commit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”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Switch naar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main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met: git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checkout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main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Merge met: git merge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mijn_branch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806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Conflicten	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git herkent conflicten bij merge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git geeft waar het kan een voorstel (tekst bestanden)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Los het conflict op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Voeg toe aan staging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Commit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85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Remote </a:t>
            </a:r>
            <a:r>
              <a:rPr lang="nl-NL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repositories</a:t>
            </a:r>
            <a:endParaRPr lang="nl-NL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Cloud directory met git mogelijkheden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Met een webpagina om mee te beheren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Bijdragers kunnen rollen aannemen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Openbaar/privé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Voorbeelden: GitHub,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GitLab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,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BitBucket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632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Voorbeeld </a:t>
            </a:r>
            <a:r>
              <a:rPr lang="nl-NL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github</a:t>
            </a:r>
            <a:endParaRPr lang="nl-NL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D2AC4AF5-B2F5-A848-A389-4347ECB00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27100" y="1231900"/>
            <a:ext cx="8534400" cy="5355996"/>
          </a:xfrm>
          <a:prstGeom prst="rect">
            <a:avLst/>
          </a:prstGeom>
        </p:spPr>
      </p:pic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36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Basisbegrippen remote </a:t>
            </a:r>
            <a:r>
              <a:rPr lang="nl-NL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repositories</a:t>
            </a:r>
            <a:endParaRPr lang="nl-NL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remote add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push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push -u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pull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clone</a:t>
            </a: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788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Werken met een remote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altijd een persoonlijke branch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Push je persoonlijke branch naar remote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Creëer pull requests op de remote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Merge pull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request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Los de fouten op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283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slag: deelnemerslijst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08670"/>
            <a:ext cx="9539688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u="sng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Doel: </a:t>
            </a: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1 een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index.html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pagina maken met een tegel voor iedereen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r>
              <a:rPr lang="nl-NL" u="sng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Hoe?</a:t>
            </a: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Door lokaal een repository te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clonen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, aan te passen, en upstream (remote dus) terug te sturen. Daar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mergen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we alle inzendingen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r>
              <a:rPr lang="nl-NL" u="sng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Eerst</a:t>
            </a: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SSH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keys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aanmaken en remote toevoegen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052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SSH Keys aanmaken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Remote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Login op je eigen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github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account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Ga naar: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fbeelding 3">
            <a:extLst>
              <a:ext uri="{FF2B5EF4-FFF2-40B4-BE49-F238E27FC236}">
                <a16:creationId xmlns:a16="http://schemas.microsoft.com/office/drawing/2014/main" id="{E8AF0709-807A-3B49-8FFB-903A3CD77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2813050"/>
            <a:ext cx="1500503" cy="3007674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4CF66BA-832B-F648-839B-FA1BBDA1A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7603" y="2863850"/>
            <a:ext cx="6071889" cy="38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44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slag: beste </a:t>
            </a:r>
            <a:r>
              <a:rPr lang="nl-NL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kerstplaylist</a:t>
            </a:r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ever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Stappenplan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Clone de remote repository (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ssh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link krijg je per mail)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een persoonlijke branch met je voornaam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Open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index.html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uit de directory werkmap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Voeg je eigen gegevens toe aan een tegel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Voeg toe aan staging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Commit lokaal 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Push het naar de remote repository</a:t>
            </a:r>
          </a:p>
          <a:p>
            <a:pPr marL="514350" indent="-514350">
              <a:buFont typeface="+mj-lt"/>
              <a:buAutoNum type="arabicPeriod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8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slag: beste </a:t>
            </a:r>
            <a:r>
              <a:rPr lang="nl-NL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kerstplaylist</a:t>
            </a:r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ever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Admin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werk voor de remote 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Bekijk de veranderingen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pull requests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Los de fouten op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Bekijk het resultaat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Delete eventueel de branches</a:t>
            </a: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77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IDE –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Integrated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Development Environment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Verzorgt: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Tekst editor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Compiler (niet interessant voor ons)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Debugger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Versiebeheer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34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VS Code is aanpasbaar met modules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Zorgt ervoor dat je netjes werkt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Geeft foutmeldingen als dat niet zo is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Bewaart alles in een map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091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Opzetten van VS Code voor Salesforce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Installeer modules</a:t>
            </a:r>
          </a:p>
          <a:p>
            <a:pPr lvl="1"/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lvl="1">
              <a:buFontTx/>
              <a:buChar char="-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fbeelding 3">
            <a:extLst>
              <a:ext uri="{FF2B5EF4-FFF2-40B4-BE49-F238E27FC236}">
                <a16:creationId xmlns:a16="http://schemas.microsoft.com/office/drawing/2014/main" id="{63EE55F6-5D73-FF41-8A63-1E39FE5D8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00" y="2404505"/>
            <a:ext cx="6007100" cy="384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44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Rondleiding Visual Studio Code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File Explorer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Search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Source control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Run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and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Debug</a:t>
            </a:r>
          </a:p>
          <a:p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Extensions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lvl="1"/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lvl="1">
              <a:buFontTx/>
              <a:buChar char="-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623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 met 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Open je eigen map met daarin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playlists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Pak een bestand en verander het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Voeg het toe aan staging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Maak een commit in VS Code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Sluit de map af via het menu</a:t>
            </a:r>
          </a:p>
          <a:p>
            <a:pPr lvl="1">
              <a:buFontTx/>
              <a:buChar char="-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137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 met 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Live een Salesforce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Org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toevoegen aan Visual Studio Code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Windows: Control + Shift + P voor het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Command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Pallette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MacOs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: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Command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+ Shift + P </a:t>
            </a: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Als het niet al tevoorschijn komt: tik SFDX</a:t>
            </a: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Kies: SFDX :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Create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Project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with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Manifest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Kies de Standard Template</a:t>
            </a:r>
          </a:p>
          <a:p>
            <a:pPr lvl="1"/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Kies een directory om het project in op te slaan</a:t>
            </a:r>
          </a:p>
          <a:p>
            <a:pPr lvl="1">
              <a:buFontTx/>
              <a:buChar char="-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528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 met 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Login voorbereiding: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Verander deze URL zodat login vervangen wordt door test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fbeelding 3">
            <a:extLst>
              <a:ext uri="{FF2B5EF4-FFF2-40B4-BE49-F238E27FC236}">
                <a16:creationId xmlns:a16="http://schemas.microsoft.com/office/drawing/2014/main" id="{289021F1-16F6-684B-B3E1-F4B77FC7C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1995552"/>
            <a:ext cx="8551191" cy="31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09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 met 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Authoriseren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bij je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org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: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Ga naar het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command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pallette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Kies: SFDX –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Authorize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an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Org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Volg de stappen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932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 met 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Meta-data kiezen en binnenhalen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Ga naar het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command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pallette</a:t>
            </a: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Kies: SFDX – Package XML Generator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Kies je meta-data</a:t>
            </a:r>
          </a:p>
          <a:p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Klik op UPDATE PACKAGE.XML</a:t>
            </a: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724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 met 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Update alle data van je </a:t>
            </a: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org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: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lvl="1"/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lvl="1">
              <a:buFontTx/>
              <a:buChar char="-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fbeelding 3">
            <a:extLst>
              <a:ext uri="{FF2B5EF4-FFF2-40B4-BE49-F238E27FC236}">
                <a16:creationId xmlns:a16="http://schemas.microsoft.com/office/drawing/2014/main" id="{CB53BD4B-EDD2-DA4C-9C5F-D131504CF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1924393"/>
            <a:ext cx="4312124" cy="488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60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Aan de slag met Visual Studio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Initialiseer</a:t>
            </a: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 je project met Source control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lvl="1"/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  <a:p>
            <a:pPr lvl="1">
              <a:buFontTx/>
              <a:buChar char="-"/>
            </a:pPr>
            <a:endParaRPr lang="nl-NL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fbeelding 5">
            <a:extLst>
              <a:ext uri="{FF2B5EF4-FFF2-40B4-BE49-F238E27FC236}">
                <a16:creationId xmlns:a16="http://schemas.microsoft.com/office/drawing/2014/main" id="{280144AC-0437-2A48-8467-1C2C6D223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1882173"/>
            <a:ext cx="7926520" cy="466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94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" contrast="-25000"/>
                    </a14:imgEffect>
                  </a14:imgLayer>
                </a14:imgProps>
              </a:ext>
            </a:extLst>
          </a:blip>
          <a:srcRect/>
          <a:stretch>
            <a:fillRect t="-3000" r="-24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66C2F-C6EF-D344-9AB7-7A0B9D52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1184274"/>
          </a:xfrm>
        </p:spPr>
        <p:txBody>
          <a:bodyPr/>
          <a:lstStyle/>
          <a:p>
            <a:r>
              <a:rPr lang="nl-NL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git cursus voor beginners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041F2F-0E94-0C4B-9C91-98D7B53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70"/>
            <a:ext cx="10515600" cy="52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Vragen </a:t>
            </a: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Zelf nog aan de slag</a:t>
            </a: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Hobbyen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8B229008-F783-7746-9EF2-4CD07C23B848}"/>
              </a:ext>
            </a:extLst>
          </p:cNvPr>
          <p:cNvCxnSpPr>
            <a:cxnSpLocks/>
          </p:cNvCxnSpPr>
          <p:nvPr/>
        </p:nvCxnSpPr>
        <p:spPr>
          <a:xfrm flipV="1">
            <a:off x="927100" y="1220231"/>
            <a:ext cx="10426700" cy="116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Frodo  - We're done It's finally over">
            <a:extLst>
              <a:ext uri="{FF2B5EF4-FFF2-40B4-BE49-F238E27FC236}">
                <a16:creationId xmlns:a16="http://schemas.microsoft.com/office/drawing/2014/main" id="{6D8135E6-7051-134B-9B6A-8083EDF51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949" y="1405456"/>
            <a:ext cx="5643084" cy="423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656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5363</TotalTime>
  <Words>1061</Words>
  <Application>Microsoft Macintosh PowerPoint</Application>
  <PresentationFormat>Breedbeeld</PresentationFormat>
  <Paragraphs>213</Paragraphs>
  <Slides>32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32</vt:i4>
      </vt:variant>
    </vt:vector>
  </HeadingPairs>
  <TitlesOfParts>
    <vt:vector size="37" baseType="lpstr">
      <vt:lpstr>Aharoni</vt:lpstr>
      <vt:lpstr>Arial</vt:lpstr>
      <vt:lpstr>Calibri</vt:lpstr>
      <vt:lpstr>Calibri Light</vt:lpstr>
      <vt:lpstr>Kantoorthema</vt:lpstr>
      <vt:lpstr>GIT voor beginners Ontdek de mogelijkheden van versiebeheer</vt:lpstr>
      <vt:lpstr>Agenda</vt:lpstr>
      <vt:lpstr>Wat is git?</vt:lpstr>
      <vt:lpstr>Hoe werkt het?</vt:lpstr>
      <vt:lpstr>Basisbegrippen</vt:lpstr>
      <vt:lpstr>Proces</vt:lpstr>
      <vt:lpstr>Installatiecheck</vt:lpstr>
      <vt:lpstr>Voorbeeld in de praktijk</vt:lpstr>
      <vt:lpstr>Aan de slag: de playlist (1 van 3)</vt:lpstr>
      <vt:lpstr>Aan de slag: de playlist (2 van 3)</vt:lpstr>
      <vt:lpstr>Aan de slag: de playlist (3 van 3)</vt:lpstr>
      <vt:lpstr>Conflicten </vt:lpstr>
      <vt:lpstr>Remote repositories</vt:lpstr>
      <vt:lpstr>Voorbeeld github</vt:lpstr>
      <vt:lpstr>Basisbegrippen remote repositories</vt:lpstr>
      <vt:lpstr>Werken met een remote</vt:lpstr>
      <vt:lpstr>Aan de slag: deelnemerslijst</vt:lpstr>
      <vt:lpstr>SSH Keys aanmaken</vt:lpstr>
      <vt:lpstr>Aan de slag: beste kerstplaylist ever</vt:lpstr>
      <vt:lpstr>Aan de slag: beste kerstplaylist ever</vt:lpstr>
      <vt:lpstr>Visual Studio Code</vt:lpstr>
      <vt:lpstr>Visual Studio Code</vt:lpstr>
      <vt:lpstr>Visual Studio Code</vt:lpstr>
      <vt:lpstr>Visual Studio Code</vt:lpstr>
      <vt:lpstr>Aan de slag met Visual Studio Code</vt:lpstr>
      <vt:lpstr>Aan de slag met Visual Studio Code</vt:lpstr>
      <vt:lpstr>Aan de slag met Visual Studio Code</vt:lpstr>
      <vt:lpstr>Aan de slag met Visual Studio Code</vt:lpstr>
      <vt:lpstr>Aan de slag met Visual Studio Code</vt:lpstr>
      <vt:lpstr>Aan de slag met Visual Studio Code</vt:lpstr>
      <vt:lpstr>Aan de slag met Visual Studio Code</vt:lpstr>
      <vt:lpstr>git cursus voor beginners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voor beginners Ontdek de mogelijkheden van versiebeheer</dc:title>
  <dc:creator>1</dc:creator>
  <cp:lastModifiedBy>Wouter Kitsz</cp:lastModifiedBy>
  <cp:revision>12</cp:revision>
  <dcterms:created xsi:type="dcterms:W3CDTF">2021-11-27T10:12:20Z</dcterms:created>
  <dcterms:modified xsi:type="dcterms:W3CDTF">2026-10-26T07:01:28Z</dcterms:modified>
</cp:coreProperties>
</file>